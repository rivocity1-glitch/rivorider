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731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b="1" sz="4400">
                <a:solidFill>
                  <a:srgbClr val="000000"/>
                </a:solidFill>
              </a:defRPr>
            </a:pPr>
            <a:r>
              <a:t>Impact of CityCart on a City</a:t>
            </a:r>
          </a:p>
          <a:p>
            <a:pPr>
              <a:defRPr sz="2800">
                <a:solidFill>
                  <a:srgbClr val="505050"/>
                </a:solidFill>
              </a:defRPr>
            </a:pPr>
            <a:r>
              <a:t>Empowering Local Commerce | Smart City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CityCart Impact 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Boost Local Shops</a:t>
            </a:r>
          </a:p>
          <a:p>
            <a:r>
              <a:t>- Create Jobs</a:t>
            </a:r>
          </a:p>
          <a:p>
            <a:r>
              <a:t>- Convenience for Citizens</a:t>
            </a:r>
          </a:p>
          <a:p>
            <a:r>
              <a:t>- Drive Digital Growth</a:t>
            </a:r>
          </a:p>
          <a:p>
            <a:r>
              <a:t>- Eco-Friendly Transport</a:t>
            </a:r>
          </a:p>
          <a:p>
            <a:r>
              <a:t>- Smart City Transformation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Boosts Local Businesses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Increase in local store sales</a:t>
            </a:r>
          </a:p>
          <a:p>
            <a:r>
              <a:t>- Daily payouts = better cash flow</a:t>
            </a:r>
          </a:p>
          <a:p>
            <a:r>
              <a:t>- Shops can compete with large retailers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Creates Jobs for Riders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New income opportunities for youth</a:t>
            </a:r>
          </a:p>
          <a:p>
            <a:r>
              <a:t>- Flexible timings for riders</a:t>
            </a:r>
          </a:p>
          <a:p>
            <a:r>
              <a:t>- Stimulates local economy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Convenience for Citizens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Quick delivery of essentials</a:t>
            </a:r>
          </a:p>
          <a:p>
            <a:r>
              <a:t>- Saves time, money, effort</a:t>
            </a:r>
          </a:p>
          <a:p>
            <a:r>
              <a:t>- Reduces road congestion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Drives Digital Adoption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Shops adapt to online platforms</a:t>
            </a:r>
          </a:p>
          <a:p>
            <a:r>
              <a:t>- Digital payment acceptance rises</a:t>
            </a:r>
          </a:p>
          <a:p>
            <a:r>
              <a:t>- Smarter inventory and order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Encourages Eco-Friendly Transport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Fewer private vehicles</a:t>
            </a:r>
          </a:p>
          <a:p>
            <a:r>
              <a:t>- Promotion of cycle/EV-based deliveries</a:t>
            </a:r>
          </a:p>
          <a:p>
            <a:r>
              <a:t>- Reduction in carbon footprint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Builds City Reputation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City becomes startup-friendly</a:t>
            </a:r>
          </a:p>
          <a:p>
            <a:r>
              <a:t>- Tech-driven local economy</a:t>
            </a:r>
          </a:p>
          <a:p>
            <a:r>
              <a:t>- Modern lifestyle, global outlook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>
                <a:solidFill>
                  <a:srgbClr val="0066CC"/>
                </a:solidFill>
              </a:defRPr>
            </a:pPr>
            <a:r>
              <a:t>CityCart transforms a city by:</a:t>
            </a:r>
          </a:p>
          <a:p>
            <a:pPr>
              <a:spcBef>
                <a:spcPts val="1000"/>
              </a:spcBef>
              <a:defRPr sz="2800">
                <a:solidFill>
                  <a:srgbClr val="323232"/>
                </a:solidFill>
              </a:defRPr>
            </a:pPr>
            <a:r>
              <a:t>• Empowering Local Shops</a:t>
            </a:r>
          </a:p>
          <a:p>
            <a:pPr>
              <a:spcBef>
                <a:spcPts val="1000"/>
              </a:spcBef>
              <a:defRPr sz="2800">
                <a:solidFill>
                  <a:srgbClr val="323232"/>
                </a:solidFill>
              </a:defRPr>
            </a:pPr>
            <a:r>
              <a:t>• Creating New Jobs</a:t>
            </a:r>
          </a:p>
          <a:p>
            <a:pPr>
              <a:spcBef>
                <a:spcPts val="1000"/>
              </a:spcBef>
              <a:defRPr sz="2800">
                <a:solidFill>
                  <a:srgbClr val="323232"/>
                </a:solidFill>
              </a:defRPr>
            </a:pPr>
            <a:r>
              <a:t>• Offering Fast Delivery to Citizens</a:t>
            </a:r>
          </a:p>
          <a:p>
            <a:pPr>
              <a:spcBef>
                <a:spcPts val="1000"/>
              </a:spcBef>
              <a:defRPr sz="2800">
                <a:solidFill>
                  <a:srgbClr val="323232"/>
                </a:solidFill>
              </a:defRPr>
            </a:pPr>
            <a:r>
              <a:t>• Digitally Uplifting the Community</a:t>
            </a:r>
          </a:p>
          <a:p>
            <a:pPr>
              <a:spcBef>
                <a:spcPts val="1000"/>
              </a:spcBef>
              <a:defRPr sz="2800">
                <a:solidFill>
                  <a:srgbClr val="323232"/>
                </a:solidFill>
              </a:defRPr>
            </a:pPr>
            <a:r>
              <a:t>• Promoting Sustainability</a:t>
            </a:r>
          </a:p>
          <a:p>
            <a:pPr>
              <a:spcBef>
                <a:spcPts val="1000"/>
              </a:spcBef>
              <a:defRPr sz="2800">
                <a:solidFill>
                  <a:srgbClr val="323232"/>
                </a:solidFill>
              </a:defRPr>
            </a:pPr>
            <a:r>
              <a:t>• Building a Smarter, Modern 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